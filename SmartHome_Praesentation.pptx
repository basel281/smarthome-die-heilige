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86200"/>
            <a:ext cx="2377440" cy="2377440"/>
          </a:xfrm>
          <a:prstGeom prst="ellipse">
            <a:avLst/>
          </a:prstGeom>
          <a:ln w="19050">
            <a:solidFill>
              <a:srgbClr val="2F7DF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4206240"/>
            <a:ext cx="1737360" cy="1737360"/>
          </a:xfrm>
          <a:prstGeom prst="ellipse">
            <a:avLst/>
          </a:prstGeom>
          <a:ln w="19050">
            <a:solidFill>
              <a:srgbClr val="2F7DFA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526280"/>
            <a:ext cx="1097280" cy="1097280"/>
          </a:xfrm>
          <a:prstGeom prst="ellipse">
            <a:avLst/>
          </a:prstGeom>
          <a:ln w="19050">
            <a:solidFill>
              <a:srgbClr val="E8352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30968" y="4956048"/>
            <a:ext cx="237744" cy="237744"/>
          </a:xfrm>
          <a:prstGeom prst="ellipse">
            <a:avLst/>
          </a:prstGeom>
          <a:solidFill>
            <a:srgbClr val="E835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SMARTHOME_DIE_HEILIGEN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Berührungslose Steuerung mit MediaPipe · MQTT · ESP32 · Dashboard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0" cy="1463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Heiligen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749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Barakat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Mikulic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Juli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Projektunterricht IT · ETS1_26_P1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Projektüberblick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Smart-Home-Prototyp, der sich vollständig über Handgesten bedienen lässt.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59" y="195635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Gestensteuerung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17627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erkennt 4 Handgesten per Webcam und sendet Befehle live per MQTT.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2880360"/>
            <a:ext cx="566928" cy="566928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59" y="30079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62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MQTT-Kommunikation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322783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Komponenten kommunizieren über den öffentlichen Broker broker.hivemq.com, Namespace smarthome_die_Heiligen.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85800" y="3931920"/>
            <a:ext cx="566928" cy="566928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9" y="405947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mit Sensorik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27939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DHT22, PIR-Bewegungsmelder, 3 LEDs, Taster und Servo, simuliert in Wokwi.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5800" y="4983480"/>
            <a:ext cx="566928" cy="566928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9" y="5111039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965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Echtzeit-Dashboard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08760" y="533095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Temperatur, Feuchtigkeit, Bewegung und Aktoren live an und kann selbst steuern.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Handzeichen bis zum Aktor – in Echtzeit über MQTT verbunden.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82596" y="187452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41548" y="2075688"/>
            <a:ext cx="585216" cy="58521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852" y="2221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74036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Handgeste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74036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+ Python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42916" y="187452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1868" y="2075688"/>
            <a:ext cx="585216" cy="58521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22219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34356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MQTT-Broker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134356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603236" y="187452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2188" y="2075688"/>
            <a:ext cx="585216" cy="58521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22219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94676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694676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Wokwi-Simulation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85716" y="2674620"/>
            <a:ext cx="457200" cy="0"/>
          </a:xfrm>
          <a:prstGeom prst="line">
            <a:avLst/>
          </a:prstGeom>
          <a:noFill/>
          <a:ln w="2540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146036" y="2674620"/>
            <a:ext cx="457200" cy="0"/>
          </a:xfrm>
          <a:prstGeom prst="line">
            <a:avLst/>
          </a:prstGeom>
          <a:noFill/>
          <a:ln w="2540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4631436" y="23820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191756" y="23820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042916" y="416052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01868" y="4361688"/>
            <a:ext cx="585216" cy="585216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450799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34356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134356" y="5330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Echtzeit-Ansicht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 flipV="1">
            <a:off x="6094476" y="3474720"/>
            <a:ext cx="0" cy="685800"/>
          </a:xfrm>
          <a:prstGeom prst="line">
            <a:avLst/>
          </a:prstGeom>
          <a:noFill/>
          <a:ln w="2540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6167628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/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Dashboard kann ebenfalls Befehle senden (Rollo, Licht) – die Kommunikation läuft in beide Richtungen.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Schaltung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Aufgebaut und simuliert in Wokwi.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492240" cy="4480560"/>
          </a:xfrm>
          <a:prstGeom prst="roundRect">
            <a:avLst>
              <a:gd name="adj" fmla="val 1224"/>
            </a:avLst>
          </a:prstGeom>
          <a:solidFill>
            <a:srgbClr val="1B1B1B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circuit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61264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0749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Wokwi-Simulation: DHT22 · PIR · ESP32 · Taster · LEDs · Servo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52360" y="173736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8516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1709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924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 &amp; Luftfeuchtigkeit, GPIO 15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452360" y="260604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72034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9244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PIR-Sensor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0924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Bewegungserkennung, GPIO 14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452360" y="347472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35890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92440" y="3447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LED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09244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 / Rot / Weiß, GPIO 25–27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452360" y="434340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445770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9244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0924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Steuert das Rollo, GPIO 13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452360" y="521208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532638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92440" y="5184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Taster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09244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Schaltet die weiße LED, GPIO 4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Gestensteuerung mit MediaPipe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MediaPipe Gesture Recognizer erkennt vier Gesten per Webcam und veröffentlicht sie direkt per MQTT.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86000"/>
            <a:ext cx="822960" cy="82296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Daumen hoch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05840" y="3749040"/>
            <a:ext cx="1783080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 hoch (offen)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4690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10712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6532" y="2286000"/>
            <a:ext cx="822960" cy="82296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4917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Daumen runter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776472" y="3749040"/>
            <a:ext cx="1783080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47872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 runter (zu)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47872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servo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547872" y="4690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180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81344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27164" y="2286000"/>
            <a:ext cx="822960" cy="82296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49174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18504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Hand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6547104" y="3749040"/>
            <a:ext cx="1783080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18504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an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18504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led_weiss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318504" y="4690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ON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951976" y="19659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797796" y="2286000"/>
            <a:ext cx="822960" cy="822960"/>
          </a:xfrm>
          <a:prstGeom prst="ellipse">
            <a:avLst/>
          </a:prstGeom>
          <a:solidFill>
            <a:srgbClr val="FBE4E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36" y="249174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89136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</a:t>
            </a:r>
            <a:endParaRPr lang="en-US" sz="1450" dirty="0"/>
          </a:p>
        </p:txBody>
      </p:sp>
      <p:sp>
        <p:nvSpPr>
          <p:cNvPr id="32" name="Shape 26"/>
          <p:cNvSpPr/>
          <p:nvPr/>
        </p:nvSpPr>
        <p:spPr>
          <a:xfrm>
            <a:off x="9317736" y="3749040"/>
            <a:ext cx="1783080" cy="0"/>
          </a:xfrm>
          <a:prstGeom prst="line">
            <a:avLst/>
          </a:prstGeom>
          <a:noFill/>
          <a:ln w="12700">
            <a:solidFill>
              <a:srgbClr val="E4E4E1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089136" y="3886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aus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9089136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led_weiss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089136" y="4690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3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OFF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Topic-Struktur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7D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Namespace: smarthome_die_Heiligen  ·  Broker: broker.hivemq.com : 1883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92608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Richtung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Ausgelöst durch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led_weiss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&amp; Subscribe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/ OFF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Taster, Dashboard, Gesten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&amp; Subscribe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– 180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Gesten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temperature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(ESP32)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z.B. 23.4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DHT22, alle 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humidity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(ESP32)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z.B. 51.2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DHT22, alle 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(ESP32)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MOTION / NO_MOTION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PIR-Sensor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Zustandsänderungen von led_weiss und servo werden retained gesendet – so sieht ein neu geöffnetes Dashboard sofort den aktuellen Zustand.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Schwarz, Rot, Blau – bewusst im gleichen Stil wie ein Sicherheits-Kontrollpanel.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760720" cy="4709160"/>
          </a:xfrm>
          <a:prstGeom prst="roundRect">
            <a:avLst>
              <a:gd name="adj" fmla="val 97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/home/claude/dashboard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539496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874520"/>
            <a:ext cx="502920" cy="50292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20002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9520" y="1856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 &amp; Luftfeuchtigkeit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58952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Live-Werte mit Icon, direkt aus MQTT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903720" y="2834640"/>
            <a:ext cx="502920" cy="50292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296037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952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Bewegungsmelder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589520" y="3145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Radar-Symbol pulsiert rot bei erkannter Bewegung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903720" y="3794760"/>
            <a:ext cx="502920" cy="50292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392049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89520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589520" y="4105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Offen/Zu-Schalter, steuert den Servo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903720" y="4754880"/>
            <a:ext cx="502920" cy="50292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50" y="488061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89520" y="4736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7589520" y="50657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An/Aus, synchron mit Taster &amp; Gesten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 &amp; Lösungen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war ein zentraler Teil des Projekts.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502920" cy="502920"/>
          </a:xfrm>
          <a:prstGeom prst="ellipse">
            <a:avLst/>
          </a:prstGeom>
          <a:solidFill>
            <a:srgbClr val="3A15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842" y="225628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 Firmware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lief zunächst auf MicroPython statt Arduino – erkennbar am Boot-Log. Fix: env-Attribut aus der diagram.json entfernt.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6792" y="2130552"/>
            <a:ext cx="502920" cy="502920"/>
          </a:xfrm>
          <a:prstGeom prst="ellipse">
            <a:avLst/>
          </a:prstGeom>
          <a:solidFill>
            <a:srgbClr val="3A15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522" y="225628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103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Library-Mismatch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0" y="274320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"DHT sensor library for ESPx" passte nicht zum Code (#include &lt;DHT.h&gt;). Fix: korrekte Adafruit-DHT-Library installiert.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6112" y="4599432"/>
            <a:ext cx="502920" cy="502920"/>
          </a:xfrm>
          <a:prstGeom prst="ellipse">
            <a:avLst/>
          </a:prstGeom>
          <a:solidFill>
            <a:srgbClr val="3A151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42" y="472516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im Dateinamen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60120" y="521208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"liraries.txt" statt "libraries.txt" – Wokwi hat die Datei dadurch komplett ignoriert.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43434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6792" y="4599432"/>
            <a:ext cx="502920" cy="502920"/>
          </a:xfrm>
          <a:prstGeom prst="ellipse">
            <a:avLst/>
          </a:prstGeom>
          <a:solidFill>
            <a:srgbClr val="3A151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522" y="472516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nicht synchron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0" y="521208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Taster-Druck war im Dashboard nicht sichtbar. Fix: retained MQTT-Publishing + zusätzliche Subscriptions im Dashboard.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Smart-Home-Steuerung  ·  Team die Heiligen  ·  Basel Barakat &amp; Antonio Mikulic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40280"/>
            <a:ext cx="2377440" cy="2377440"/>
          </a:xfrm>
          <a:prstGeom prst="ellipse">
            <a:avLst/>
          </a:prstGeom>
          <a:ln w="19050">
            <a:solidFill>
              <a:srgbClr val="E8352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2560320"/>
            <a:ext cx="1737360" cy="1737360"/>
          </a:xfrm>
          <a:prstGeom prst="ellipse">
            <a:avLst/>
          </a:prstGeom>
          <a:ln w="19050">
            <a:solidFill>
              <a:srgbClr val="E8352C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880360"/>
            <a:ext cx="1097280" cy="1097280"/>
          </a:xfrm>
          <a:prstGeom prst="ellipse">
            <a:avLst/>
          </a:prstGeom>
          <a:ln w="19050">
            <a:solidFill>
              <a:srgbClr val="2F7DFA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2808" y="3310128"/>
            <a:ext cx="237744" cy="237744"/>
          </a:xfrm>
          <a:prstGeom prst="ellipse">
            <a:avLst/>
          </a:prstGeom>
          <a:solidFill>
            <a:srgbClr val="2F7DFA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2468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abgeschlossen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9319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Gestensteuerung, MQTT, ESP32-Sensorik und Dashboard funktionieren vollständig zusammen.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Heiligen  ·  Basel Barakat &amp; Antonio Mikulic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Smart-Home-Steuerung – die Heiligen</dc:title>
  <dc:subject>PptxGenJS Presentation</dc:subject>
  <dc:creator>Basel Barakat, Antonio Mikulic</dc:creator>
  <cp:lastModifiedBy>Basel Barakat, Antonio Mikulic</cp:lastModifiedBy>
  <cp:revision>1</cp:revision>
  <dcterms:created xsi:type="dcterms:W3CDTF">2026-07-05T13:26:54Z</dcterms:created>
  <dcterms:modified xsi:type="dcterms:W3CDTF">2026-07-05T13:26:54Z</dcterms:modified>
</cp:coreProperties>
</file>